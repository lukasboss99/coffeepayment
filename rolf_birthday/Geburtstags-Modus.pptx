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759450" cy="4608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4660"/>
  </p:normalViewPr>
  <p:slideViewPr>
    <p:cSldViewPr snapToGrid="0">
      <p:cViewPr varScale="1">
        <p:scale>
          <a:sx n="215" d="100"/>
          <a:sy n="215" d="100"/>
        </p:scale>
        <p:origin x="28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754218"/>
            <a:ext cx="4895533" cy="1604445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2420536"/>
            <a:ext cx="4319588" cy="1112657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71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9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148929"/>
            <a:ext cx="4967526" cy="1917013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3084078"/>
            <a:ext cx="4967526" cy="1008112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24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226803"/>
            <a:ext cx="2447766" cy="29240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226803"/>
            <a:ext cx="2447766" cy="29240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16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45362"/>
            <a:ext cx="4967526" cy="89076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129726"/>
            <a:ext cx="2436517" cy="553661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683388"/>
            <a:ext cx="2436517" cy="24760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129726"/>
            <a:ext cx="2448516" cy="553661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683388"/>
            <a:ext cx="2448516" cy="24760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403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826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61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07234"/>
            <a:ext cx="1857573" cy="1075320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663542"/>
            <a:ext cx="2915722" cy="3275031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382554"/>
            <a:ext cx="1857573" cy="2561352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74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07234"/>
            <a:ext cx="1857573" cy="1075320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663542"/>
            <a:ext cx="2915722" cy="3275031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382554"/>
            <a:ext cx="1857573" cy="2561352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10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53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245361"/>
            <a:ext cx="1241881" cy="390550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245361"/>
            <a:ext cx="3653651" cy="390550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54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245362"/>
            <a:ext cx="4967526" cy="890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226803"/>
            <a:ext cx="4967526" cy="2924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4271410"/>
            <a:ext cx="1295876" cy="245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8EFC3-201C-4CE3-9240-F613DA654012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4271410"/>
            <a:ext cx="1943814" cy="245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4271410"/>
            <a:ext cx="1295876" cy="245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F061D-7F85-4C7A-AA05-F4F22076A9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3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D1037EE-C594-B2E1-21FD-F100F832EFD0}"/>
              </a:ext>
            </a:extLst>
          </p:cNvPr>
          <p:cNvSpPr txBox="1"/>
          <p:nvPr/>
        </p:nvSpPr>
        <p:spPr>
          <a:xfrm>
            <a:off x="611480" y="0"/>
            <a:ext cx="45364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/>
              <a:t>GEBURTSTAGS</a:t>
            </a:r>
          </a:p>
          <a:p>
            <a:pPr algn="ctr"/>
            <a:r>
              <a:rPr lang="de-DE" sz="4800" b="1" dirty="0"/>
              <a:t>MODUS</a:t>
            </a:r>
          </a:p>
          <a:p>
            <a:pPr algn="ctr"/>
            <a:endParaRPr lang="de-DE" sz="4800" b="1" dirty="0"/>
          </a:p>
          <a:p>
            <a:pPr algn="ctr"/>
            <a:endParaRPr lang="de-DE" sz="4800" b="1" dirty="0"/>
          </a:p>
          <a:p>
            <a:pPr algn="ctr"/>
            <a:r>
              <a:rPr lang="de-DE" sz="4800" b="1" dirty="0"/>
              <a:t>ALLES GUTE </a:t>
            </a:r>
          </a:p>
          <a:p>
            <a:pPr algn="ctr"/>
            <a:r>
              <a:rPr lang="de-DE" sz="4800" b="1" dirty="0"/>
              <a:t>ROLF</a:t>
            </a:r>
          </a:p>
        </p:txBody>
      </p:sp>
      <p:pic>
        <p:nvPicPr>
          <p:cNvPr id="1026" name="Picture 2" descr="Geschenk Icon">
            <a:extLst>
              <a:ext uri="{FF2B5EF4-FFF2-40B4-BE49-F238E27FC236}">
                <a16:creationId xmlns:a16="http://schemas.microsoft.com/office/drawing/2014/main" id="{602E2FB6-AEF7-B04A-4B20-D30E23D52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642" y="1513644"/>
            <a:ext cx="1368163" cy="136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94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</Words>
  <Application>Microsoft Office PowerPoint</Application>
  <PresentationFormat>Benutzerdefiniert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Villacis-Gutjahr</dc:creator>
  <cp:lastModifiedBy>Pavel Villacis-Gutjahr</cp:lastModifiedBy>
  <cp:revision>1</cp:revision>
  <dcterms:created xsi:type="dcterms:W3CDTF">2026-05-06T15:56:18Z</dcterms:created>
  <dcterms:modified xsi:type="dcterms:W3CDTF">2026-05-06T16:04:45Z</dcterms:modified>
</cp:coreProperties>
</file>